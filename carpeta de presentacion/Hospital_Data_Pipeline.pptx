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98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3AD36B-D936-50F3-84E6-2A38B4249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6000" y="8756459"/>
            <a:ext cx="1270000" cy="31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6CE5BD-9EF3-3217-6D70-0DBAF3DC1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6000" y="8756459"/>
            <a:ext cx="1270000" cy="31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426AA9-7872-4B1D-7461-38827AB35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6000" y="8756459"/>
            <a:ext cx="1270000" cy="31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7EF849-84F4-0B27-0852-0CD5B19BB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6000" y="8756459"/>
            <a:ext cx="1270000" cy="31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B29141-306B-EA7F-1208-688DAB6DF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6000" y="8756459"/>
            <a:ext cx="1270000" cy="31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55DAC8-B2EC-D932-7556-ABC32085B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6000" y="8756459"/>
            <a:ext cx="1270000" cy="31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6B4A013-7529-BEDA-C715-E98D97E36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6000" y="8756459"/>
            <a:ext cx="1270000" cy="31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C8AE2A-4E98-6B88-2869-1BC897F7B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6000" y="8756459"/>
            <a:ext cx="1270000" cy="31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C5C97D-4004-28F7-442F-DB09F4D1B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6000" y="8756459"/>
            <a:ext cx="1270000" cy="31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5FA6C8-B87F-16DC-9DC8-56925C5D7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6000" y="8756459"/>
            <a:ext cx="1270000" cy="31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06548ED-55A7-561D-9402-22F5F8BD5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6000" y="8756459"/>
            <a:ext cx="1270000" cy="31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36A1648-9DD4-984F-1662-9E4ED201E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3F52B30-DC6B-2DF9-B6D3-FC92BE7C1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365341"/>
              </p:ext>
            </p:extLst>
          </p:nvPr>
        </p:nvGraphicFramePr>
        <p:xfrm>
          <a:off x="673100" y="2041998"/>
          <a:ext cx="14909799" cy="30634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969933">
                  <a:extLst>
                    <a:ext uri="{9D8B030D-6E8A-4147-A177-3AD203B41FA5}">
                      <a16:colId xmlns:a16="http://schemas.microsoft.com/office/drawing/2014/main" val="415497751"/>
                    </a:ext>
                  </a:extLst>
                </a:gridCol>
                <a:gridCol w="4969933">
                  <a:extLst>
                    <a:ext uri="{9D8B030D-6E8A-4147-A177-3AD203B41FA5}">
                      <a16:colId xmlns:a16="http://schemas.microsoft.com/office/drawing/2014/main" val="258921086"/>
                    </a:ext>
                  </a:extLst>
                </a:gridCol>
                <a:gridCol w="4969933">
                  <a:extLst>
                    <a:ext uri="{9D8B030D-6E8A-4147-A177-3AD203B41FA5}">
                      <a16:colId xmlns:a16="http://schemas.microsoft.com/office/drawing/2014/main" val="310285275"/>
                    </a:ext>
                  </a:extLst>
                </a:gridCol>
              </a:tblGrid>
              <a:tr h="612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>
                          <a:effectLst/>
                        </a:rPr>
                        <a:t>Métrica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>
                          <a:effectLst/>
                        </a:rPr>
                        <a:t>Antes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>
                          <a:effectLst/>
                        </a:rPr>
                        <a:t>Después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4668851"/>
                  </a:ext>
                </a:extLst>
              </a:tr>
              <a:tr h="612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>
                          <a:effectLst/>
                        </a:rPr>
                        <a:t>Valores faltantes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>
                          <a:effectLst/>
                        </a:rPr>
                        <a:t>Presentes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>
                          <a:effectLst/>
                        </a:rPr>
                        <a:t>Reducidos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413577"/>
                  </a:ext>
                </a:extLst>
              </a:tr>
              <a:tr h="612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>
                          <a:effectLst/>
                        </a:rPr>
                        <a:t>Fechas inconsistentes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>
                          <a:effectLst/>
                        </a:rPr>
                        <a:t>Sí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>
                          <a:effectLst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37786"/>
                  </a:ext>
                </a:extLst>
              </a:tr>
              <a:tr h="612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>
                          <a:effectLst/>
                        </a:rPr>
                        <a:t>Outliers extremos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>
                          <a:effectLst/>
                        </a:rPr>
                        <a:t>Detectados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>
                          <a:effectLst/>
                        </a:rPr>
                        <a:t>Tratados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7180238"/>
                  </a:ext>
                </a:extLst>
              </a:tr>
              <a:tr h="612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>
                          <a:effectLst/>
                        </a:rPr>
                        <a:t>Dataset usable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>
                          <a:effectLst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>
                          <a:effectLst/>
                        </a:rPr>
                        <a:t>Sí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5813696"/>
                  </a:ext>
                </a:extLst>
              </a:tr>
            </a:tbl>
          </a:graphicData>
        </a:graphic>
      </p:graphicFrame>
      <p:sp>
        <p:nvSpPr>
          <p:cNvPr id="6" name="Diagrama de flujo: proceso alternativo 5">
            <a:extLst>
              <a:ext uri="{FF2B5EF4-FFF2-40B4-BE49-F238E27FC236}">
                <a16:creationId xmlns:a16="http://schemas.microsoft.com/office/drawing/2014/main" id="{4C450CAE-9A84-30DD-6502-7E653D3F9DF8}"/>
              </a:ext>
            </a:extLst>
          </p:cNvPr>
          <p:cNvSpPr/>
          <p:nvPr/>
        </p:nvSpPr>
        <p:spPr>
          <a:xfrm>
            <a:off x="584200" y="5410200"/>
            <a:ext cx="14998699" cy="3276600"/>
          </a:xfrm>
          <a:prstGeom prst="flowChartAlternateProcess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s-MX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“La verificación posterior evidenció una mejora significativa en la calidad del </a:t>
            </a:r>
            <a:r>
              <a:rPr lang="es-MX" sz="28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dataset</a:t>
            </a:r>
            <a:r>
              <a:rPr lang="es-MX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.”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s-MX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“Se verificó la integridad del </a:t>
            </a:r>
            <a:r>
              <a:rPr lang="es-MX" sz="28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dataset</a:t>
            </a:r>
            <a:r>
              <a:rPr lang="es-MX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repitiendo los análisis exploratorios iniciales y comprobando la ausencia de errores estructurales.”</a:t>
            </a:r>
            <a:endParaRPr lang="es-CL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953711B-4D2D-421D-71F9-ACE6835E8D68}"/>
              </a:ext>
            </a:extLst>
          </p:cNvPr>
          <p:cNvSpPr/>
          <p:nvPr/>
        </p:nvSpPr>
        <p:spPr>
          <a:xfrm>
            <a:off x="508000" y="5334000"/>
            <a:ext cx="165100" cy="228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Diagrama de flujo: proceso alternativo 7">
            <a:extLst>
              <a:ext uri="{FF2B5EF4-FFF2-40B4-BE49-F238E27FC236}">
                <a16:creationId xmlns:a16="http://schemas.microsoft.com/office/drawing/2014/main" id="{85069938-E485-C2A7-AEE2-9F69D7FB8756}"/>
              </a:ext>
            </a:extLst>
          </p:cNvPr>
          <p:cNvSpPr/>
          <p:nvPr/>
        </p:nvSpPr>
        <p:spPr>
          <a:xfrm>
            <a:off x="673100" y="556098"/>
            <a:ext cx="11188700" cy="1238250"/>
          </a:xfrm>
          <a:prstGeom prst="flowChartAlternateProcess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Antes vs Después</a:t>
            </a:r>
          </a:p>
        </p:txBody>
      </p:sp>
    </p:spTree>
    <p:extLst>
      <p:ext uri="{BB962C8B-B14F-4D97-AF65-F5344CB8AC3E}">
        <p14:creationId xmlns:p14="http://schemas.microsoft.com/office/powerpoint/2010/main" val="1790552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5540DE-443B-2D99-CF04-A3550FE3C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6000" y="8756459"/>
            <a:ext cx="1270000" cy="31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56</Words>
  <Application>Microsoft Office PowerPoint</Application>
  <PresentationFormat>Personalizado</PresentationFormat>
  <Paragraphs>18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Eduardo Lizama Córdoba</cp:lastModifiedBy>
  <cp:revision>3</cp:revision>
  <dcterms:created xsi:type="dcterms:W3CDTF">2006-08-16T00:00:00Z</dcterms:created>
  <dcterms:modified xsi:type="dcterms:W3CDTF">2026-04-21T14:39:26Z</dcterms:modified>
</cp:coreProperties>
</file>